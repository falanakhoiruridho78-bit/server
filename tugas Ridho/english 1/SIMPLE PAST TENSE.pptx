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3" r:id="rId2"/>
    <p:sldId id="288" r:id="rId3"/>
    <p:sldId id="309" r:id="rId4"/>
    <p:sldId id="289" r:id="rId5"/>
    <p:sldId id="274" r:id="rId6"/>
    <p:sldId id="305" r:id="rId7"/>
    <p:sldId id="306" r:id="rId8"/>
    <p:sldId id="307" r:id="rId9"/>
    <p:sldId id="308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 autoAdjust="0"/>
  </p:normalViewPr>
  <p:slideViewPr>
    <p:cSldViewPr snapToGrid="0" showGuides="1">
      <p:cViewPr varScale="1">
        <p:scale>
          <a:sx n="71" d="100"/>
          <a:sy n="71" d="100"/>
        </p:scale>
        <p:origin x="570" y="60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6633" y="1711233"/>
            <a:ext cx="8882293" cy="248779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 smtClean="0">
                <a:latin typeface="Garamond" panose="02020404030301010803" pitchFamily="18" charset="0"/>
              </a:rPr>
              <a:t/>
            </a:r>
            <a:br>
              <a:rPr lang="en-US" sz="6000" b="1" dirty="0" smtClean="0">
                <a:latin typeface="Garamond" panose="02020404030301010803" pitchFamily="18" charset="0"/>
              </a:rPr>
            </a:br>
            <a:r>
              <a:rPr lang="en-US" sz="6000" b="1" dirty="0" smtClean="0">
                <a:latin typeface="Garamond" panose="02020404030301010803" pitchFamily="18" charset="0"/>
              </a:rPr>
              <a:t>SIMPLE PAST TENSE</a:t>
            </a:r>
            <a:r>
              <a:rPr lang="en-US" sz="6000" b="1" dirty="0" smtClean="0">
                <a:latin typeface="Garamond" panose="02020404030301010803" pitchFamily="18" charset="0"/>
              </a:rPr>
              <a:t/>
            </a:r>
            <a:br>
              <a:rPr lang="en-US" sz="6000" b="1" dirty="0" smtClean="0">
                <a:latin typeface="Garamond" panose="02020404030301010803" pitchFamily="18" charset="0"/>
              </a:rPr>
            </a:br>
            <a:endParaRPr lang="en-US" sz="6000" b="1" dirty="0">
              <a:latin typeface="Garamond" panose="020204040303010108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953" y="4467202"/>
            <a:ext cx="4258822" cy="797130"/>
          </a:xfrm>
        </p:spPr>
        <p:txBody>
          <a:bodyPr/>
          <a:lstStyle/>
          <a:p>
            <a:r>
              <a:rPr lang="en-US" b="1" dirty="0" smtClean="0">
                <a:latin typeface="Garamond" panose="02020404030301010803" pitchFamily="18" charset="0"/>
              </a:rPr>
              <a:t>RAHMA AINI, S.S., </a:t>
            </a:r>
            <a:r>
              <a:rPr lang="en-US" b="1" dirty="0" err="1" smtClean="0">
                <a:latin typeface="Garamond" panose="02020404030301010803" pitchFamily="18" charset="0"/>
              </a:rPr>
              <a:t>M.Pd</a:t>
            </a:r>
            <a:endParaRPr lang="en-US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90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9113"/>
          </a:xfrm>
        </p:spPr>
        <p:txBody>
          <a:bodyPr/>
          <a:lstStyle/>
          <a:p>
            <a:r>
              <a:rPr lang="en-US" b="1" dirty="0" smtClean="0"/>
              <a:t>What is the Verb 2?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675" y="1515292"/>
            <a:ext cx="9701938" cy="5133702"/>
          </a:xfrm>
        </p:spPr>
        <p:txBody>
          <a:bodyPr numCol="2">
            <a:normAutofit fontScale="77500" lnSpcReduction="20000"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went </a:t>
            </a:r>
            <a:endParaRPr lang="en-US" sz="24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Eat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Watch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watched</a:t>
            </a:r>
            <a:endParaRPr lang="en-US" sz="24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Buy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Bought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Clean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Cleaned</a:t>
            </a:r>
            <a:endParaRPr lang="en-US" sz="24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Write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Wrote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See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Saw</a:t>
            </a:r>
            <a:endParaRPr lang="en-US" sz="24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Visit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Visited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Run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Put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39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9113"/>
          </a:xfrm>
        </p:spPr>
        <p:txBody>
          <a:bodyPr/>
          <a:lstStyle/>
          <a:p>
            <a:r>
              <a:rPr lang="en-US" b="1" dirty="0" smtClean="0"/>
              <a:t>DEFINITION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675" y="1515292"/>
            <a:ext cx="9701938" cy="513370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Simple Past Tense is a verb tense used to talk about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actions or situations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happened and finished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 the past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masa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lampau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Signal: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Yesterday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Night/Last year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days ago/A week ago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2005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12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353" y="375916"/>
            <a:ext cx="8911687" cy="669113"/>
          </a:xfrm>
        </p:spPr>
        <p:txBody>
          <a:bodyPr/>
          <a:lstStyle/>
          <a:p>
            <a:r>
              <a:rPr lang="en-US" b="1" dirty="0" smtClean="0"/>
              <a:t>Verbal Simple Past Tense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846" y="1515291"/>
            <a:ext cx="10289766" cy="450668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sentence uses VERBS.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462635"/>
              </p:ext>
            </p:extLst>
          </p:nvPr>
        </p:nvGraphicFramePr>
        <p:xfrm>
          <a:off x="1457235" y="2656113"/>
          <a:ext cx="8744856" cy="356616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914952">
                  <a:extLst>
                    <a:ext uri="{9D8B030D-6E8A-4147-A177-3AD203B41FA5}">
                      <a16:colId xmlns:a16="http://schemas.microsoft.com/office/drawing/2014/main" val="3198746873"/>
                    </a:ext>
                  </a:extLst>
                </a:gridCol>
                <a:gridCol w="2914952">
                  <a:extLst>
                    <a:ext uri="{9D8B030D-6E8A-4147-A177-3AD203B41FA5}">
                      <a16:colId xmlns:a16="http://schemas.microsoft.com/office/drawing/2014/main" val="3123757730"/>
                    </a:ext>
                  </a:extLst>
                </a:gridCol>
                <a:gridCol w="2914952">
                  <a:extLst>
                    <a:ext uri="{9D8B030D-6E8A-4147-A177-3AD203B41FA5}">
                      <a16:colId xmlns:a16="http://schemas.microsoft.com/office/drawing/2014/main" val="2114413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Positive Sentence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Subject + V2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visited</a:t>
                      </a:r>
                      <a:r>
                        <a:rPr lang="en-US" baseline="0" dirty="0" smtClean="0"/>
                        <a:t> Japan last year.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>
                          <a:solidFill>
                            <a:srgbClr val="00B0F0"/>
                          </a:solidFill>
                        </a:rPr>
                        <a:t>She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olidFill>
                            <a:srgbClr val="FFFF00"/>
                          </a:solidFill>
                        </a:rPr>
                        <a:t>called</a:t>
                      </a:r>
                      <a:r>
                        <a:rPr lang="en-US" baseline="0" dirty="0" smtClean="0"/>
                        <a:t> me yesterday.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73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Negative Sentence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Subject + Did + Not + Verb 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00B0F0"/>
                          </a:solidFill>
                        </a:rPr>
                        <a:t>She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smtClean="0">
                          <a:solidFill>
                            <a:srgbClr val="FFFF00"/>
                          </a:solidFill>
                        </a:rPr>
                        <a:t>did not</a:t>
                      </a:r>
                      <a:r>
                        <a:rPr lang="en-US" baseline="0" dirty="0" smtClean="0"/>
                        <a:t> meet me two days ago.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baseline="0" dirty="0" smtClean="0">
                          <a:solidFill>
                            <a:srgbClr val="00B0F0"/>
                          </a:solidFill>
                        </a:rPr>
                        <a:t>They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smtClean="0">
                          <a:solidFill>
                            <a:srgbClr val="FFFF00"/>
                          </a:solidFill>
                        </a:rPr>
                        <a:t>did not </a:t>
                      </a:r>
                      <a:r>
                        <a:rPr lang="en-US" baseline="0" dirty="0" smtClean="0"/>
                        <a:t>work last week.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7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Interrogative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</a:rPr>
                        <a:t> Sentence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Did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</a:rPr>
                        <a:t> + Subject + Verb 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Did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>
                          <a:solidFill>
                            <a:srgbClr val="00B0F0"/>
                          </a:solidFill>
                        </a:rPr>
                        <a:t>you</a:t>
                      </a:r>
                      <a:r>
                        <a:rPr lang="en-US" dirty="0" smtClean="0"/>
                        <a:t> submit your paper yesterday?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Did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>
                          <a:solidFill>
                            <a:srgbClr val="00B0F0"/>
                          </a:solidFill>
                        </a:rPr>
                        <a:t>Luna</a:t>
                      </a:r>
                      <a:r>
                        <a:rPr lang="en-US" dirty="0" smtClean="0"/>
                        <a:t> wash</a:t>
                      </a:r>
                      <a:r>
                        <a:rPr lang="en-US" baseline="0" dirty="0" smtClean="0"/>
                        <a:t> the dishes?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68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09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703" y="220717"/>
            <a:ext cx="9727325" cy="1020254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Exercise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726" y="1240971"/>
            <a:ext cx="10464469" cy="5421086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Past Simple pdf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29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353" y="375916"/>
            <a:ext cx="8911687" cy="669113"/>
          </a:xfrm>
        </p:spPr>
        <p:txBody>
          <a:bodyPr/>
          <a:lstStyle/>
          <a:p>
            <a:r>
              <a:rPr lang="en-US" b="1" dirty="0" smtClean="0"/>
              <a:t>Nominal Simple Past Tense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846" y="1515291"/>
            <a:ext cx="10289766" cy="450668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sentence uses Adjectives/Nouns/Adverbs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556665"/>
              </p:ext>
            </p:extLst>
          </p:nvPr>
        </p:nvGraphicFramePr>
        <p:xfrm>
          <a:off x="1457234" y="2656113"/>
          <a:ext cx="9058365" cy="3291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019455">
                  <a:extLst>
                    <a:ext uri="{9D8B030D-6E8A-4147-A177-3AD203B41FA5}">
                      <a16:colId xmlns:a16="http://schemas.microsoft.com/office/drawing/2014/main" val="3198746873"/>
                    </a:ext>
                  </a:extLst>
                </a:gridCol>
                <a:gridCol w="3019455">
                  <a:extLst>
                    <a:ext uri="{9D8B030D-6E8A-4147-A177-3AD203B41FA5}">
                      <a16:colId xmlns:a16="http://schemas.microsoft.com/office/drawing/2014/main" val="3123757730"/>
                    </a:ext>
                  </a:extLst>
                </a:gridCol>
                <a:gridCol w="3019455">
                  <a:extLst>
                    <a:ext uri="{9D8B030D-6E8A-4147-A177-3AD203B41FA5}">
                      <a16:colId xmlns:a16="http://schemas.microsoft.com/office/drawing/2014/main" val="2114413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Positive Sentence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Subject +</a:t>
                      </a:r>
                      <a:r>
                        <a:rPr lang="en-US" b="0" baseline="0" dirty="0" smtClean="0"/>
                        <a:t> Was/Were+ N/</a:t>
                      </a:r>
                      <a:r>
                        <a:rPr lang="en-US" b="0" baseline="0" dirty="0" err="1" smtClean="0"/>
                        <a:t>Adj</a:t>
                      </a:r>
                      <a:r>
                        <a:rPr lang="en-US" b="0" baseline="0" dirty="0" smtClean="0"/>
                        <a:t>/</a:t>
                      </a:r>
                      <a:r>
                        <a:rPr lang="en-US" b="0" baseline="0" dirty="0" err="1" smtClean="0"/>
                        <a:t>Adv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We</a:t>
                      </a:r>
                      <a:r>
                        <a:rPr lang="en-US" b="0" baseline="0" dirty="0" smtClean="0"/>
                        <a:t>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were</a:t>
                      </a:r>
                      <a:r>
                        <a:rPr lang="en-US" b="0" baseline="0" dirty="0" smtClean="0"/>
                        <a:t> students last year.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baseline="0" dirty="0" smtClean="0">
                          <a:solidFill>
                            <a:srgbClr val="0070C0"/>
                          </a:solidFill>
                        </a:rPr>
                        <a:t>She</a:t>
                      </a:r>
                      <a:r>
                        <a:rPr lang="en-US" b="0" baseline="0" dirty="0" smtClean="0"/>
                        <a:t>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was</a:t>
                      </a:r>
                      <a:r>
                        <a:rPr lang="en-US" b="0" baseline="0" dirty="0" smtClean="0"/>
                        <a:t> a wife two years ago.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73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Negative Sentence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Subject + Was/Were + Not + N/</a:t>
                      </a:r>
                      <a:r>
                        <a:rPr lang="en-US" b="0" dirty="0" err="1" smtClean="0"/>
                        <a:t>Adj</a:t>
                      </a:r>
                      <a:r>
                        <a:rPr lang="en-US" b="0" dirty="0" smtClean="0"/>
                        <a:t>/</a:t>
                      </a:r>
                      <a:r>
                        <a:rPr lang="en-US" b="0" dirty="0" err="1" smtClean="0"/>
                        <a:t>Adv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b="0" dirty="0" smtClean="0"/>
                        <a:t>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was not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b="0" baseline="0" dirty="0" smtClean="0"/>
                        <a:t>in </a:t>
                      </a:r>
                      <a:r>
                        <a:rPr lang="en-US" b="0" baseline="0" dirty="0" err="1" smtClean="0"/>
                        <a:t>Bencah</a:t>
                      </a:r>
                      <a:r>
                        <a:rPr lang="en-US" b="0" baseline="0" dirty="0" smtClean="0"/>
                        <a:t> last year.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baseline="0" dirty="0" smtClean="0">
                          <a:solidFill>
                            <a:srgbClr val="0070C0"/>
                          </a:solidFill>
                        </a:rPr>
                        <a:t>My brothers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were</a:t>
                      </a:r>
                      <a:r>
                        <a:rPr lang="en-US" b="0" baseline="0" dirty="0" smtClean="0"/>
                        <a:t> not ill yesterday. 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7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Interrogative</a:t>
                      </a:r>
                      <a:r>
                        <a:rPr lang="en-US" b="0" baseline="0" dirty="0" smtClean="0"/>
                        <a:t> Sentence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Was/Were</a:t>
                      </a:r>
                      <a:r>
                        <a:rPr lang="en-US" b="0" baseline="0" dirty="0" smtClean="0"/>
                        <a:t> + Subject + N/</a:t>
                      </a:r>
                      <a:r>
                        <a:rPr lang="en-US" b="0" baseline="0" dirty="0" err="1" smtClean="0"/>
                        <a:t>Adj</a:t>
                      </a:r>
                      <a:r>
                        <a:rPr lang="en-US" b="0" baseline="0" dirty="0" smtClean="0"/>
                        <a:t>/</a:t>
                      </a:r>
                      <a:r>
                        <a:rPr lang="en-US" b="0" baseline="0" dirty="0" err="1" smtClean="0"/>
                        <a:t>Adv</a:t>
                      </a:r>
                      <a:r>
                        <a:rPr lang="en-US" b="0" baseline="0" dirty="0" smtClean="0"/>
                        <a:t> + ?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Were</a:t>
                      </a:r>
                      <a:r>
                        <a:rPr lang="en-US" b="0" dirty="0" smtClean="0"/>
                        <a:t> </a:t>
                      </a:r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they</a:t>
                      </a:r>
                      <a:r>
                        <a:rPr lang="en-US" b="0" dirty="0" smtClean="0"/>
                        <a:t> students?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Was</a:t>
                      </a:r>
                      <a:r>
                        <a:rPr lang="en-US" b="0" dirty="0" smtClean="0"/>
                        <a:t> </a:t>
                      </a:r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she</a:t>
                      </a:r>
                      <a:r>
                        <a:rPr lang="en-US" b="0" dirty="0" smtClean="0"/>
                        <a:t> kind?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68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79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703" y="220717"/>
            <a:ext cx="9727325" cy="1844566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Exercise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726" y="1240971"/>
            <a:ext cx="10464469" cy="542108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was / were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policeman.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was / were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happy.</a:t>
            </a:r>
          </a:p>
          <a:p>
            <a:pPr marL="457200" indent="-457200">
              <a:buAutoNum type="arabicPeriod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Was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 Were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happy?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wasn’t / weren’t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interested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in.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was / were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school.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wasn’t / weren’t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expensive.</a:t>
            </a:r>
          </a:p>
          <a:p>
            <a:pPr marL="457200" indent="-457200">
              <a:buAutoNum type="arabicPeriod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Was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 Were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she your teacher?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79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703" y="220717"/>
            <a:ext cx="9727325" cy="1844566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Exercise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2" y="1240971"/>
            <a:ext cx="11078424" cy="56170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Example: I’m at </a:t>
            </a:r>
            <a:r>
              <a:rPr lang="en-US" sz="2200" dirty="0" smtClean="0"/>
              <a:t>home. (Simple Present)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smtClean="0"/>
              <a:t>		I </a:t>
            </a:r>
            <a:r>
              <a:rPr lang="en-US" sz="2200" dirty="0"/>
              <a:t>was at </a:t>
            </a:r>
            <a:r>
              <a:rPr lang="en-US" sz="2200" dirty="0" smtClean="0"/>
              <a:t>home. (Past Tense)</a:t>
            </a:r>
          </a:p>
          <a:p>
            <a:pPr marL="457200" indent="-457200"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Jane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and Michael are tired. </a:t>
            </a:r>
          </a:p>
          <a:p>
            <a:pPr marL="457200" indent="-457200"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She’s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the park. </a:t>
            </a:r>
          </a:p>
          <a:p>
            <a:pPr marL="0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3. It’s a sunny day.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You’re late.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They aren’t hungry.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We aren’t at work.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I’m thirsty.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You aren’t at school.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We’re at the cinema.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10.Paula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isn’t happy.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7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703" y="220717"/>
            <a:ext cx="9727325" cy="1844566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Exercise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2" y="1240971"/>
            <a:ext cx="11078424" cy="56170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Change the sentences into Past Tense!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eat lunch with my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friend.</a:t>
            </a:r>
          </a:p>
          <a:p>
            <a:pPr marL="0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Yesterday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I ................. lunch with my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friend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We are students.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Last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year, we .................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Students.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Clara buys food.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Yesterday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Clara ................. food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I am happy.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Yesterday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I .................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Happy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You have nice clothes.</a:t>
            </a:r>
          </a:p>
          <a:p>
            <a:pPr marL="0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Last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year, you ............ nice clothes.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1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AAFF-5528-4303-86D3-67C8F7B3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200" y="2775492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🙏 </a:t>
            </a:r>
            <a:r>
              <a:rPr lang="en-US" sz="6000" b="1" dirty="0" smtClean="0"/>
              <a:t>Thank You 🙏</a:t>
            </a:r>
            <a:endParaRPr lang="en-ID" sz="6000" b="1" dirty="0"/>
          </a:p>
        </p:txBody>
      </p:sp>
    </p:spTree>
    <p:extLst>
      <p:ext uri="{BB962C8B-B14F-4D97-AF65-F5344CB8AC3E}">
        <p14:creationId xmlns:p14="http://schemas.microsoft.com/office/powerpoint/2010/main" val="1420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2849</TotalTime>
  <Words>283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Garamond</vt:lpstr>
      <vt:lpstr>Wingdings 3</vt:lpstr>
      <vt:lpstr>Wisp</vt:lpstr>
      <vt:lpstr> SIMPLE PAST TENSE </vt:lpstr>
      <vt:lpstr>What is the Verb 2?</vt:lpstr>
      <vt:lpstr>DEFINITION</vt:lpstr>
      <vt:lpstr>Verbal Simple Past Tense</vt:lpstr>
      <vt:lpstr>Exercise</vt:lpstr>
      <vt:lpstr>Nominal Simple Past Tense</vt:lpstr>
      <vt:lpstr>Exercise</vt:lpstr>
      <vt:lpstr>Exercise</vt:lpstr>
      <vt:lpstr>Exercise</vt:lpstr>
      <vt:lpstr>🙏 Thank You 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Materials</dc:title>
  <dc:creator>sherly rafena maharani</dc:creator>
  <cp:lastModifiedBy>w10</cp:lastModifiedBy>
  <cp:revision>92</cp:revision>
  <dcterms:created xsi:type="dcterms:W3CDTF">2021-04-19T15:56:33Z</dcterms:created>
  <dcterms:modified xsi:type="dcterms:W3CDTF">2025-10-02T00:36:58Z</dcterms:modified>
</cp:coreProperties>
</file>